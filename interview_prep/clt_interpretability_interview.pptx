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7150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Interpretability @ Illinois — Research Interview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Cross-Layer Transcoders for Protein Language Model Interpretability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cross-layer transcoder training on ESM-2 650M to recover motif → domain circuits in protein language models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617720"/>
            <a:ext cx="0" cy="1005840"/>
          </a:xfrm>
          <a:prstGeom prst="line">
            <a:avLst/>
          </a:prstGeom>
          <a:noFill/>
          <a:ln w="12700">
            <a:solidFill>
              <a:srgbClr val="2E42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Sagnik Chatterjee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Lab, University of Massachusetts Amherst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92640" y="6126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Clinical NLP to Mechanistic Interpretability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research threads, one guiding question: what do these models actually encode internally?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4F7F6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— BioNLP Lab, UMass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LLMs with LlamaFactory to build knowledge graphs from the MedQA dataset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structured medical entity–relation triples from model outputs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Advised by Sunjae Kwon and Hu Giu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at the level of model outputs — black-box behavior, not internals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50808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011680"/>
            <a:ext cx="548640" cy="54864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66" y="21543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SAGE Lab, UMass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75120" y="274320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pivot: move from what a model outputs to how it computes it internally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cross-layer transcoders (CLTs) on ESM-2 650M, a protein language model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recover the circuits ESM-2 uses to encode protein structure and function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target: scale the same pipeline to ESM-C 3B–6B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Cross-Layer Transcoders, Not Per-Layer SAEs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computation in ESM-2 spans many layers — early motif detectors gate later domain-recognition features (Nainani et al., 2025). Per-layer SAEs can't see that dependency.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8745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50808E"/>
          </a:solidFill>
          <a:ln w="12700">
            <a:solidFill>
              <a:srgbClr val="D8E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874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54680" y="18745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F4F7F6"/>
          </a:solidFill>
          <a:ln w="12700">
            <a:solidFill>
              <a:srgbClr val="D8E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874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8745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F4F7F6"/>
          </a:solidFill>
          <a:ln w="12700">
            <a:solidFill>
              <a:srgbClr val="D8E2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874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03720" y="18745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F4F7F6"/>
          </a:solidFill>
          <a:ln w="12700">
            <a:solidFill>
              <a:srgbClr val="D8E2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874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78240" y="18745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F4F7F6"/>
          </a:solidFill>
          <a:ln w="12700">
            <a:solidFill>
              <a:srgbClr val="D8E2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874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2532888"/>
            <a:ext cx="0" cy="146304"/>
          </a:xfrm>
          <a:prstGeom prst="line">
            <a:avLst/>
          </a:prstGeom>
          <a:noFill/>
          <a:ln w="25400">
            <a:solidFill>
              <a:srgbClr val="5080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2679192"/>
            <a:ext cx="5623560" cy="0"/>
          </a:xfrm>
          <a:prstGeom prst="line">
            <a:avLst/>
          </a:prstGeom>
          <a:noFill/>
          <a:ln w="25400">
            <a:solidFill>
              <a:srgbClr val="69A2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2532888"/>
            <a:ext cx="0" cy="146304"/>
          </a:xfrm>
          <a:prstGeom prst="line">
            <a:avLst/>
          </a:prstGeom>
          <a:noFill/>
          <a:ln w="25400">
            <a:solidFill>
              <a:srgbClr val="69A29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2532888"/>
            <a:ext cx="0" cy="146304"/>
          </a:xfrm>
          <a:prstGeom prst="line">
            <a:avLst/>
          </a:prstGeom>
          <a:noFill/>
          <a:ln w="25400">
            <a:solidFill>
              <a:srgbClr val="69A29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2532888"/>
            <a:ext cx="0" cy="146304"/>
          </a:xfrm>
          <a:prstGeom prst="line">
            <a:avLst/>
          </a:prstGeom>
          <a:noFill/>
          <a:ln w="25400">
            <a:solidFill>
              <a:srgbClr val="69A2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523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fires once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80360" y="2752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reconstructs targets L1…L3 (cross_layer = 3 shown)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5257800" cy="2788920"/>
          </a:xfrm>
          <a:prstGeom prst="roundRect">
            <a:avLst>
              <a:gd name="adj" fmla="val 3279"/>
            </a:avLst>
          </a:prstGeom>
          <a:solidFill>
            <a:srgbClr val="F4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657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SAE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114800"/>
            <a:ext cx="4617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every layer's activations independently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dependencies (motif → domain gating) are invisible by construction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train, but mechanistically incomplete for pLM circuits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3429000"/>
            <a:ext cx="5257800" cy="2788920"/>
          </a:xfrm>
          <a:prstGeom prst="roundRect">
            <a:avLst>
              <a:gd name="adj" fmla="val 3279"/>
            </a:avLst>
          </a:prstGeom>
          <a:solidFill>
            <a:srgbClr val="50808E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6576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Transcoder (Crosscoders, Anthropic 2024)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29400" y="425196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fires once at layer ℓ; decoder reconstructs all target layers ℓ+1 … ℓ+N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actual cross-layer computation, not an independent snapshot per layer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our ESM-2 650M work, forked from EleutherAI's sparsify library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CLTs trained on ESM-2 650M, the most widely used protein language model for structure and function prediction.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7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layers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7F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 (d_model)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ESM-2 params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expansion factor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— fork of EleutherAI's sparsify, extended with: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4F7F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parallelism via DTensor across encoder/decoder shards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4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79476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bfloat16 training with autocast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453128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4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5312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+ FVU combined loss (arXiv:2503.17272) for model-faithful reconstruction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4453128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4F7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45312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Triton kernels for sparse TopK encode/decode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111496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4F7F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1149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ESM-2 specific hookpoints: CLS-token masking, input_ids handling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26480" y="5111496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4F7F6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511149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 sweep infrastructure ranking runs by val FVU / replacement CE / L0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Training Actually Breaks Down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the codebase directly rather than guessing — two bottlenecks dominate at the 650M scale.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4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78431"/>
            <a:ext cx="241402" cy="241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075688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965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activation caching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25603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frozen ESM-2 650M forward pass is recomputed on every training step, even though its weights never change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~16–32 ms/GPU per 32k-token batch spent before any CLT computation starts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KL+FVU loss doubles this: one clean pass, one hooked pass, per batch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50808E"/>
          </a:solidFill>
          <a:ln/>
        </p:spPr>
      </p:sp>
      <p:sp>
        <p:nvSpPr>
          <p:cNvPr id="12" name="Shape 8"/>
          <p:cNvSpPr/>
          <p:nvPr/>
        </p:nvSpPr>
        <p:spPr>
          <a:xfrm>
            <a:off x="6629400" y="1947672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2075688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965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 parameters explode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629400" y="25603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expansion_factor=128, cross_layer=12 → ~2.7B params per CLT layer, ~89B across all 33 layers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than ESM-2 650M itself, by roughly two orders of magnitude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 over 164k latents × 32k tokens per step is a 5.4B-element operation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2519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4F7F6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4251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identified: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DTensor redistribute() calls trigger all-gather/reduce-scatter on every hooked layer; the detach/restore gradient pattern in CrossLayerRunner blocks full torch.compile coverage.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It Before Scaling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concrete directions, in order of expected impact-to-effort ratio.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7F6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6712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caching pipeline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and memory-map ESM-2 activations once; remove the frozen model from the training critical path. Expected 3–10× throughput improvement.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7F6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011680"/>
            <a:ext cx="594360" cy="59436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16712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72000" y="2788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CLT parameter count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3520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expansion_factor from 128 to 32, shrink cross_layer reach to 4–6, and use layer striding (every 2nd–4th layer) as a validated baseline before scaling.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7373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7F6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2011680"/>
            <a:ext cx="594360" cy="59436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16712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8813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21040" y="2788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LoRA-style factorization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21040" y="3520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decoder + per-target low-rank adapters, or a product-key memory encoder (~400× encoder parameter reduction at some expressivity cost).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94360" cy="594360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65745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Optimized Training to Biological Circuits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training is tractable, the path to interpretability results is concrete, not speculative.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1F3438"/>
          </a:solidFill>
          <a:ln/>
        </p:spPr>
      </p:sp>
      <p:sp>
        <p:nvSpPr>
          <p:cNvPr id="7" name="Shape 4"/>
          <p:cNvSpPr/>
          <p:nvPr/>
        </p:nvSpPr>
        <p:spPr>
          <a:xfrm>
            <a:off x="896112" y="2862072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29855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7889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Nainani et al. (2025) circuit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96112" y="347472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Motif-detector layers (4–8) gating domain-recognition layers (12–24) for contact prediction — at higher fidelity using CLTs instead of per-layer SAEs.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355080" y="260604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1F3438"/>
          </a:solidFill>
          <a:ln/>
        </p:spPr>
      </p:sp>
      <p:sp>
        <p:nvSpPr>
          <p:cNvPr id="12" name="Shape 8"/>
          <p:cNvSpPr/>
          <p:nvPr/>
        </p:nvSpPr>
        <p:spPr>
          <a:xfrm>
            <a:off x="6611112" y="2862072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9855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27889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ProtoMech (Tsui et al., ICML 2026)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611112" y="347472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their greedy circuit-discovery protocol, validated on ESM2-8M/35M, to our 650M CLT.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1F3438"/>
          </a:solidFill>
          <a:ln/>
        </p:spPr>
      </p:sp>
      <p:sp>
        <p:nvSpPr>
          <p:cNvPr id="17" name="Shape 12"/>
          <p:cNvSpPr/>
          <p:nvPr/>
        </p:nvSpPr>
        <p:spPr>
          <a:xfrm>
            <a:off x="896112" y="4782312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490575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7091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ProteinGym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96112" y="539496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circuit-relevant CLT features alone recover near-ESM-2 performance on mutation-effect prediction.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355080" y="45262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1F3438"/>
          </a:solidFill>
          <a:ln/>
        </p:spPr>
      </p:sp>
      <p:sp>
        <p:nvSpPr>
          <p:cNvPr id="22" name="Shape 16"/>
          <p:cNvSpPr/>
          <p:nvPr/>
        </p:nvSpPr>
        <p:spPr>
          <a:xfrm>
            <a:off x="6611112" y="4782312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556" y="490575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69480" y="47091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ESM-C 3B–6B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611112" y="539496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optimized pipeline to Biohub's newly released models once the 650M setup is validated.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Cross-Layer Transcoders for Protein Language Model Interpretability</dc:title>
  <dc:subject>PptxGenJS Presentation</dc:subject>
  <dc:creator>Sagnik Chatterjee</dc:creator>
  <cp:lastModifiedBy>Sagnik Chatterjee</cp:lastModifiedBy>
  <cp:revision>1</cp:revision>
  <dcterms:created xsi:type="dcterms:W3CDTF">2026-07-02T15:24:23Z</dcterms:created>
  <dcterms:modified xsi:type="dcterms:W3CDTF">2026-07-02T15:24:23Z</dcterms:modified>
</cp:coreProperties>
</file>